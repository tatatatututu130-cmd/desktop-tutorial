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30分ワークショップ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声かけ・サポートアドバイザー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３か月行動計画表　目標設定ワークショップ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目標を立てて、行動して、ふり返る。3か月のサイクルを、今日の30分で動き出す。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074920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2B3E7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5184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進行シナリオ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53212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あいさつのあと一言で目的を伝える。「今日は30分で、グループ目標と自分の行動を紙に書きます。上手な文章より、職場で本当にできることを書くのが目的です」（約30秒）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目的と今日の流れ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グループで決めた目標を、自分の職場での行動に変える30分です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561320" y="365760"/>
            <a:ext cx="960120" cy="9601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61320" y="365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3分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711452" cy="1920240"/>
          </a:xfrm>
          <a:prstGeom prst="roundRect">
            <a:avLst>
              <a:gd name="adj" fmla="val 4274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039112"/>
            <a:ext cx="1711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3分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560320"/>
            <a:ext cx="14919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オープニング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424684" y="1874520"/>
            <a:ext cx="1711452" cy="1920240"/>
          </a:xfrm>
          <a:prstGeom prst="roundRect">
            <a:avLst>
              <a:gd name="adj" fmla="val 4274"/>
            </a:avLst>
          </a:prstGeom>
          <a:solidFill>
            <a:srgbClr val="F2F6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424684" y="2039112"/>
            <a:ext cx="1711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8分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534412" y="2560320"/>
            <a:ext cx="14919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グループ目標を決める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00728" y="1874520"/>
            <a:ext cx="1711452" cy="1920240"/>
          </a:xfrm>
          <a:prstGeom prst="roundRect">
            <a:avLst>
              <a:gd name="adj" fmla="val 4274"/>
            </a:avLst>
          </a:prstGeom>
          <a:solidFill>
            <a:srgbClr val="F2F6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00728" y="2039112"/>
            <a:ext cx="1711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6分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410456" y="2560320"/>
            <a:ext cx="14919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自分の行動を決める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6772" y="1874520"/>
            <a:ext cx="1711452" cy="1920240"/>
          </a:xfrm>
          <a:prstGeom prst="roundRect">
            <a:avLst>
              <a:gd name="adj" fmla="val 4274"/>
            </a:avLst>
          </a:prstGeom>
          <a:solidFill>
            <a:srgbClr val="F2F6F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6772" y="2039112"/>
            <a:ext cx="1711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4分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286500" y="2560320"/>
            <a:ext cx="14919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グループ発表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52816" y="1874520"/>
            <a:ext cx="1711452" cy="1920240"/>
          </a:xfrm>
          <a:prstGeom prst="roundRect">
            <a:avLst>
              <a:gd name="adj" fmla="val 4274"/>
            </a:avLst>
          </a:prstGeom>
          <a:solidFill>
            <a:srgbClr val="F2F6F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52816" y="2039112"/>
            <a:ext cx="1711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2分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8162544" y="2560320"/>
            <a:ext cx="14919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研修後の流れ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928860" y="1874520"/>
            <a:ext cx="1711452" cy="1920240"/>
          </a:xfrm>
          <a:prstGeom prst="roundRect">
            <a:avLst>
              <a:gd name="adj" fmla="val 4274"/>
            </a:avLst>
          </a:prstGeom>
          <a:solidFill>
            <a:srgbClr val="F2F6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928860" y="2039112"/>
            <a:ext cx="1711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7分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10038588" y="2560320"/>
            <a:ext cx="14919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まとめ・質問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ゴールは、書くことではなく、明日から自分の職場で動けること。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5074920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EAF2F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5184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進行シナリオ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53212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タイムラインを指しながら「今日はこの流れで進めます。時間になったらお声がけします」と説明する。今日書くのは1か月目の分だけと伝える。（約2分30秒）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グループ目標を決める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付箋紙に書いて出し合い、模造紙で整理して1つに決めます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561320" y="365760"/>
            <a:ext cx="960120" cy="9601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61320" y="365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8分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1837944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役割を決めて付箋紙に書く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52728" y="2203704"/>
            <a:ext cx="4599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進行役・書記・発表者を決め、目標案とその理由を付箋紙1枚に1つずつ書く。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52728" y="3026664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出し合い、模造紙で整理する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52728" y="3392424"/>
            <a:ext cx="4599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模造紙に貼り、似た意見をまとめながらグループ目標と理由を1つに決める。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1783080"/>
            <a:ext cx="5468112" cy="2331720"/>
          </a:xfrm>
          <a:prstGeom prst="roundRect">
            <a:avLst>
              <a:gd name="adj" fmla="val 3922"/>
            </a:avLst>
          </a:prstGeom>
          <a:solidFill>
            <a:srgbClr val="F2F6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記入例（見本）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28600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グループ目標　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職場のみんなに声かけ・サポートを知ってもらい、困っている人に声をかける。
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理由　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困っている人に気づき、声をかけられる職場にしたいから。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343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一目で伝わる短い言葉で：「声をかけ合う」「情報共有を早くする」「ミスを減らす」など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EAF2F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184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進行シナリオ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53212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グループに分かれてもらい、役割決めから始めるよう促す。「1枚に1つ、短い言葉で大きく」と伝える。残り時間を2回声がけ（開始直後・残り2分）。（8分間）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自分の行動を決める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同じグループ目標に向けて、一人ひとりが自分の職場で考えます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561320" y="365760"/>
            <a:ext cx="960120" cy="9601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61320" y="365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6分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1837944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何をする（行動）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52728" y="2203704"/>
            <a:ext cx="4599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自分の職場で、グループ目標につながる、実際にできることを書く。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52728" y="3026664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どのように（やり方）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52728" y="3392424"/>
            <a:ext cx="4599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いつ・どこで・誰に・どんな方法で行うか、わかりやすいやり方を書く。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1783080"/>
            <a:ext cx="5468112" cy="2331720"/>
          </a:xfrm>
          <a:prstGeom prst="roundRect">
            <a:avLst>
              <a:gd name="adj" fmla="val 3922"/>
            </a:avLst>
          </a:prstGeom>
          <a:solidFill>
            <a:srgbClr val="F2F6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記入のルール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236829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2331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白色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606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本人が書く：氏名・目標・行動・ふり返り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099816"/>
            <a:ext cx="201168" cy="201168"/>
          </a:xfrm>
          <a:prstGeom prst="ellipse">
            <a:avLst/>
          </a:prstGeom>
          <a:solidFill>
            <a:srgbClr val="1C7293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0840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緑色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3337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箇所長が書く：毎月と3か月後のコメント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794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パソコンがない方は、箇所長に紙を渡して入力してもらう。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343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今日は、まず1か月目の「何をする」「どのように」を考えます。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EAF2F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5184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進行シナリオ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53212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「むずかしい言葉や立派な文章にしなくてよい」と伝える。記入例（朝礼で伝える／掲示物で知らせる）を1つ示す。残り1分で声がけ。（6分間）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グループ発表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決めたグループ目標と、自分の行動を短く共有します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561320" y="365760"/>
            <a:ext cx="960120" cy="9601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61320" y="365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4分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1837944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発表の順番を決める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52728" y="2203704"/>
            <a:ext cx="4599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4班を想定し、順番に発表する。1班あたり1分、交代を含めて進行する。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52728" y="3026664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伝えることは2つだけ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52728" y="3392424"/>
            <a:ext cx="4599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①グループ目標　②自分が最初に取り組む行動を、一言で共有する。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1783080"/>
            <a:ext cx="5468112" cy="2331720"/>
          </a:xfrm>
          <a:prstGeom prst="roundRect">
            <a:avLst>
              <a:gd name="adj" fmla="val 3922"/>
            </a:avLst>
          </a:prstGeom>
          <a:solidFill>
            <a:srgbClr val="F2F6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4分の内訳（目安）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28600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1班：約1分（交代含む）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2班：約1分（交代含む）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3班：約1分（交代含む）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4班：約1分（交代含む）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EAF2F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184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進行シナリオ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53212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班の順番を指名し、タイムキーパー役になる。「目標と、最初の行動だけでOK」と伝え、時間が来たら次の班へ促す。（4分間）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研修後の流れ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行動した結果を残すと、変化と次にすることが見えてきます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561320" y="365760"/>
            <a:ext cx="960120" cy="9601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61320" y="365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2分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1746504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月の初めに、行動を書く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52728" y="2112264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「何をする」「どのように」を書く。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52728" y="2798064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月の終わりに、結果を書く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52728" y="3163824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「できたこと」「できなかったこと」を書き、箇所長がコメントする。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52728" y="3849624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3か月後に、全体をまとめる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52728" y="4215384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「続けたいこと」「次にやること」を書き、箇所長がコメントする。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1783080"/>
            <a:ext cx="5468112" cy="2651760"/>
          </a:xfrm>
          <a:prstGeom prst="roundRect">
            <a:avLst>
              <a:gd name="adj" fmla="val 3448"/>
            </a:avLst>
          </a:prstGeom>
          <a:solidFill>
            <a:srgbClr val="F2F6F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できなかった月があっても大丈夫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3774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評価のためではなく、次の月にどうするかを考えるための記録です。空欄にせず、理由と次に変えることを書きましょう。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EAF2F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184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進行シナリオ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53212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毎月の記入とPC入力の運用（誰が・いつまでに）を一言で伝える。詳しい記入例は配布資料を参照してもらう。（2分間）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まとめ：今日、覚えてほしい3つ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行動して、毎月ふり返り、3か月後に次へつなげましょう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561320" y="365760"/>
            <a:ext cx="960120" cy="9601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61320" y="365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3分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483864" cy="2377440"/>
          </a:xfrm>
          <a:prstGeom prst="roundRect">
            <a:avLst>
              <a:gd name="adj" fmla="val 3846"/>
            </a:avLst>
          </a:prstGeom>
          <a:solidFill>
            <a:srgbClr val="F2F6F8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3464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グループ目標を決める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3756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みんなで目指すことと、その理由を決める。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52544" y="1874520"/>
            <a:ext cx="3483864" cy="2377440"/>
          </a:xfrm>
          <a:prstGeom prst="roundRect">
            <a:avLst>
              <a:gd name="adj" fmla="val 3846"/>
            </a:avLst>
          </a:prstGeom>
          <a:solidFill>
            <a:srgbClr val="F2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626864" y="21488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26864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283464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自分の行動に変える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333756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自分の職場で「何をする」「どのように」を書く。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56448" y="1874520"/>
            <a:ext cx="3483864" cy="2377440"/>
          </a:xfrm>
          <a:prstGeom prst="roundRect">
            <a:avLst>
              <a:gd name="adj" fmla="val 3846"/>
            </a:avLst>
          </a:prstGeom>
          <a:solidFill>
            <a:srgbClr val="F2F6F8"/>
          </a:solidFill>
          <a:ln/>
        </p:spPr>
      </p:sp>
      <p:sp>
        <p:nvSpPr>
          <p:cNvPr id="17" name="Shape 15"/>
          <p:cNvSpPr/>
          <p:nvPr/>
        </p:nvSpPr>
        <p:spPr>
          <a:xfrm>
            <a:off x="8430768" y="21488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30768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430768" y="283464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紙から始め、あとでPCへ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30768" y="333756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今日は紙に記入。PCがなければ箇所長に入力を頼む。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EAF2F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184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進行シナリオ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53212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3つを指しながら振り返り、「今日はここまで、続きは職場で」と締める。時間があれば次のQ&amp;Aへ進む。（3分間）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よくある質問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書くときに迷いやすい点を、あらかじめ確認しておきます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561320" y="365760"/>
            <a:ext cx="960120" cy="9601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61320" y="365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4分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2F6F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9659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77393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グループ目標は、どう決めればいいですか？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09397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3か月後に職場をどうしたいかを話し合い、全員で取り組める目標にします。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2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0632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87121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行動が難しすぎる／簡単すぎるときは？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19125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3か月続けられる大きさに調整します。小さく始め、慣れたら広げます。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2F6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1605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96849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予定した行動ができなかった月は？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28853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空欄にせず、できなかった理由と、次に変えることを具体的に書きます。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EAF2F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184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進行シナリオ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53212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質問を受け付ける。同じ質問が出そうな箇所は先回りして触れておく。時間が余れば机間巡視で個別サポートに切り替える。（4分間）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2026-09-03T05:35:35Z</dcterms:created>
  <dcterms:modified xsi:type="dcterms:W3CDTF">2026-09-03T05:35:35Z</dcterms:modified>
</cp:coreProperties>
</file>